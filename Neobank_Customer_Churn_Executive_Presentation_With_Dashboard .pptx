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82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Neobank Customer Churn &amp; Engagement Analytics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Business Background &amp; Problem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Project Objectives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Project Workflow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Data Preparation &amp; Analysis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Power BI Solution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Executive Overview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Customer Demographics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Churn &amp; Engagement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AI Insights &amp; Scenario Analysis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Business Recommendations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Notes:</a:t>
            </a:r>
          </a:p>
          <a:p>
            <a:r>
              <a:t>Conclusion &amp; Questions</a:t>
            </a:r>
          </a:p>
          <a:p>
            <a:endParaRPr/>
          </a:p>
          <a:p>
            <a:r>
              <a:t>Expand on the key points on this slide using examples from your project and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9517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Neobank Customer Churn &amp; Engagement Analytics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End-to-End Data Analytics Project</a:t>
            </a:r>
          </a:p>
          <a:p>
            <a:pPr>
              <a:defRPr sz="2000"/>
            </a:pPr>
            <a:r>
              <a:t>Python | SQL Server | Power BI</a:t>
            </a:r>
          </a:p>
          <a:p>
            <a:pPr>
              <a:defRPr sz="2000"/>
            </a:pPr>
            <a:r>
              <a:t>Prepared by Jadesola Ogunkayode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22816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Background &amp;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Digital banks face increasing customer churn.</a:t>
            </a:r>
          </a:p>
          <a:p>
            <a:pPr>
              <a:defRPr sz="2000"/>
            </a:pPr>
            <a:r>
              <a:t>• Management needs visibility into high-risk customers.</a:t>
            </a:r>
          </a:p>
          <a:p>
            <a:pPr>
              <a:defRPr sz="2000"/>
            </a:pPr>
            <a:r>
              <a:t>• Engagement varies across subscription plans.</a:t>
            </a:r>
          </a:p>
          <a:p>
            <a:pPr>
              <a:defRPr sz="2000"/>
            </a:pPr>
            <a:r>
              <a:t>• Goal: support data-driven retention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Identify churn drivers.</a:t>
            </a:r>
          </a:p>
          <a:p>
            <a:pPr>
              <a:defRPr sz="2000"/>
            </a:pPr>
            <a:r>
              <a:t>• Analyse customer engagement.</a:t>
            </a:r>
          </a:p>
          <a:p>
            <a:pPr>
              <a:defRPr sz="2000"/>
            </a:pPr>
            <a:r>
              <a:t>• Compare subscription plans.</a:t>
            </a:r>
          </a:p>
          <a:p>
            <a:pPr>
              <a:defRPr sz="2000"/>
            </a:pPr>
            <a:r>
              <a:t>• Deliver an executive dashboard with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Data Collection → Python → SQL Server → Power BI → Business Insights →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 Preparation &amp;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Python:</a:t>
            </a:r>
          </a:p>
          <a:p>
            <a:pPr>
              <a:defRPr sz="2000"/>
            </a:pPr>
            <a:r>
              <a:t>• Data cleaning</a:t>
            </a:r>
          </a:p>
          <a:p>
            <a:pPr>
              <a:defRPr sz="2000"/>
            </a:pPr>
            <a:r>
              <a:t>• Feature engineering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SQL Server:</a:t>
            </a:r>
          </a:p>
          <a:p>
            <a:pPr>
              <a:defRPr sz="2000"/>
            </a:pPr>
            <a:r>
              <a:t>• Business queries</a:t>
            </a:r>
          </a:p>
          <a:p>
            <a:pPr>
              <a:defRPr sz="2000"/>
            </a:pPr>
            <a:r>
              <a:t>• Aggregations</a:t>
            </a:r>
          </a:p>
          <a:p>
            <a:pPr>
              <a:defRPr sz="2000"/>
            </a:pPr>
            <a:r>
              <a:t>• Trend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2885085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Star schema data model</a:t>
            </a:r>
          </a:p>
          <a:p>
            <a:pPr>
              <a:defRPr sz="2000"/>
            </a:pPr>
            <a:r>
              <a:rPr dirty="0"/>
              <a:t>• DAX measures &amp; KPIs</a:t>
            </a:r>
          </a:p>
          <a:p>
            <a:pPr>
              <a:defRPr sz="2000"/>
            </a:pPr>
            <a:r>
              <a:rPr dirty="0"/>
              <a:t>• Interactive slicers</a:t>
            </a:r>
          </a:p>
          <a:p>
            <a:pPr>
              <a:defRPr sz="2000"/>
            </a:pPr>
            <a:r>
              <a:rPr dirty="0"/>
              <a:t>• Executive </a:t>
            </a:r>
            <a:r>
              <a:rPr dirty="0" err="1"/>
              <a:t>dashboar</a:t>
            </a:r>
            <a:r>
              <a:rPr lang="en-CA"/>
              <a:t>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725acb7b-a4af-4179-ab2c-6382202785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054" y="914400"/>
            <a:ext cx="9313114" cy="5287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Customer Demographics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17bf777f-de81-4737-a606-a861c717ab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65" y="914399"/>
            <a:ext cx="9361294" cy="52780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Churn &amp; Engagement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1578648-035b-4b37-bdd3-cf2cc68be0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555" y="914400"/>
            <a:ext cx="9401605" cy="5282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Insights &amp; Scenario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841e0329-852b-44b5-90ba-f1cebfae1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036" y="953420"/>
            <a:ext cx="9247273" cy="5264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Improve Free Plan retention.</a:t>
            </a:r>
          </a:p>
          <a:p>
            <a:pPr>
              <a:defRPr sz="2000"/>
            </a:pPr>
            <a:r>
              <a:t>2. Target medium-risk customers early.</a:t>
            </a:r>
          </a:p>
          <a:p>
            <a:pPr>
              <a:defRPr sz="2000"/>
            </a:pPr>
            <a:r>
              <a:t>3. Increase feature adoption.</a:t>
            </a:r>
          </a:p>
          <a:p>
            <a:pPr>
              <a:defRPr sz="2000"/>
            </a:pPr>
            <a:r>
              <a:t>4. Personalise campaigns.</a:t>
            </a:r>
          </a:p>
          <a:p>
            <a:pPr>
              <a:defRPr sz="2000"/>
            </a:pPr>
            <a:r>
              <a:t>5. Monitor KPIs continuously with Power BI.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 &amp;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15568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End-to-end analytics using Python, SQL Server and Power BI.</a:t>
            </a:r>
          </a:p>
          <a:p>
            <a:pPr>
              <a:defRPr sz="2000"/>
            </a:pPr>
            <a:r>
              <a:t>• Delivered actionable business insights.</a:t>
            </a:r>
          </a:p>
          <a:p>
            <a:pPr>
              <a:defRPr sz="2000"/>
            </a:pPr>
            <a:r>
              <a:t>• Enabled data-driven decision making.</a:t>
            </a:r>
          </a:p>
          <a:p>
            <a:pPr>
              <a:defRPr sz="2000"/>
            </a:pPr>
            <a:endParaRPr/>
          </a:p>
          <a:p>
            <a:pPr>
              <a:defRPr sz="2000"/>
            </a:pPr>
            <a:r>
              <a:t>Thank you.</a:t>
            </a:r>
          </a:p>
          <a:p>
            <a:pPr>
              <a:defRPr sz="20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2444</TotalTime>
  <Words>488</Words>
  <Application>Microsoft Office PowerPoint</Application>
  <PresentationFormat>Custom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Jadesola Ogunkayode</dc:creator>
  <cp:keywords/>
  <dc:description>generated using python-pptx</dc:description>
  <cp:lastModifiedBy>Jadesola Ogunkayode</cp:lastModifiedBy>
  <cp:revision>3</cp:revision>
  <dcterms:created xsi:type="dcterms:W3CDTF">2013-01-27T09:14:16Z</dcterms:created>
  <dcterms:modified xsi:type="dcterms:W3CDTF">2026-07-26T14:58:03Z</dcterms:modified>
  <cp:category/>
</cp:coreProperties>
</file>